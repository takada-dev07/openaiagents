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テンプレート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サブタイトル（任意）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見出し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箇条書き1</a:t>
            </a:r>
          </a:p>
          <a:p>
            <a:pPr/>
            <a:r>
              <a:t>箇条書き2</a:t>
            </a:r>
          </a:p>
          <a:p>
            <a:pPr/>
            <a:r>
              <a:t>箇条書き3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46304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画像領域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